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09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8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3 - n8n Travel HTML Automation</a:t>
            </a:r>
            <a:endParaRPr lang="en-US" sz="238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E5A78"/>
                </a:solidFill>
              </a:rPr>
              <a:t>Google Sheets input → Groq HTML generation → Gmail approval → Google Sheets + GitHub backup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7261860" y="384048"/>
            <a:ext cx="4351020" cy="329184"/>
          </a:xfrm>
          <a:prstGeom prst="rect">
            <a:avLst/>
          </a:prstGeom>
          <a:solidFill>
            <a:srgbClr val="E9F3FF"/>
          </a:solidFill>
          <a:ln w="12700">
            <a:solidFill>
              <a:srgbClr val="D4E1F0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540"/>
                </a:solidFill>
              </a:rPr>
              <a:t>Submitters: Maor Mordo &amp; Daniel Grigoriev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261860" y="786384"/>
            <a:ext cx="4351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E5A78"/>
                </a:solidFill>
              </a:rPr>
              <a:t>Free AI model: Groq API • Local n8n with Docker • Manual run for stable classroom testing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124712"/>
            <a:ext cx="11201400" cy="0"/>
          </a:xfrm>
          <a:prstGeom prst="line">
            <a:avLst/>
          </a:prstGeom>
          <a:noFill/>
          <a:ln w="16510">
            <a:solidFill>
              <a:srgbClr val="C3D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502920" y="1317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</a:rPr>
              <a:t>n8n workflow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2064" y="1718310"/>
            <a:ext cx="19568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E5A78"/>
                </a:solidFill>
              </a:rPr>
              <a:t>Each node performs one clear step in the automation chain.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566928" y="212521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69C9"/>
                </a:solidFill>
              </a:rPr>
              <a:t>01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15568" y="211607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A2540"/>
                </a:solidFill>
              </a:rPr>
              <a:t>Google Sheets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1115568" y="237210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E5A78"/>
                </a:solidFill>
              </a:rPr>
              <a:t>Read first row where Status = Pending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26987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69C9"/>
                </a:solidFill>
              </a:rPr>
              <a:t>02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15568" y="26895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A2540"/>
                </a:solidFill>
              </a:rPr>
              <a:t>Groq Free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1115568" y="294560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E5A78"/>
                </a:solidFill>
              </a:rPr>
              <a:t>Generate GeneratedHtml + ReviewHtml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6928" y="3265643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69C9"/>
                </a:solidFill>
              </a:rPr>
              <a:t>03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15568" y="3256499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A2540"/>
                </a:solidFill>
              </a:rPr>
              <a:t>Gmail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1115568" y="3512531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E5A78"/>
                </a:solidFill>
              </a:rPr>
              <a:t>Send approval/rejection form to tester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384757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69C9"/>
                </a:solidFill>
              </a:rPr>
              <a:t>04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15568" y="383843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A2540"/>
                </a:solidFill>
              </a:rPr>
              <a:t>Decision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1115568" y="409446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E5A78"/>
                </a:solidFill>
              </a:rPr>
              <a:t>Approve or Reject with optional comment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" y="4405359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69C9"/>
                </a:solidFill>
              </a:rPr>
              <a:t>05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15568" y="4396215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A2540"/>
                </a:solidFill>
              </a:rPr>
              <a:t>Sheets + GitHub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1115568" y="4652247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3E5A78"/>
                </a:solidFill>
              </a:rPr>
              <a:t>Save final status, link and backup file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23376" y="1304255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</a:rPr>
              <a:t>Tester setup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732520" y="1630968"/>
            <a:ext cx="3038856" cy="755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3E5A78"/>
                </a:solidFill>
              </a:rPr>
              <a:t>Read the guide to start up the project in </a:t>
            </a:r>
            <a:r>
              <a:rPr lang="en-US" sz="1030" b="1" u="sng" dirty="0">
                <a:solidFill>
                  <a:srgbClr val="3E5A78"/>
                </a:solidFill>
              </a:rPr>
              <a:t>your own environment and reconnect your credentials</a:t>
            </a:r>
            <a:r>
              <a:rPr lang="en-US" sz="1030" dirty="0">
                <a:solidFill>
                  <a:srgbClr val="3E5A78"/>
                </a:solidFill>
              </a:rPr>
              <a:t> </a:t>
            </a:r>
            <a:br>
              <a:rPr lang="en-US" sz="1030" dirty="0">
                <a:solidFill>
                  <a:srgbClr val="3E5A78"/>
                </a:solidFill>
              </a:rPr>
            </a:br>
            <a:r>
              <a:rPr lang="en-US" sz="1030" dirty="0">
                <a:solidFill>
                  <a:srgbClr val="3E5A78"/>
                </a:solidFill>
              </a:rPr>
              <a:t>after importing the workflow JSON and the other files: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8732520" y="2344417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A2540"/>
                </a:solidFill>
              </a:rPr>
              <a:t>●  Google Sheets OAuth2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8732520" y="2737609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A2540"/>
                </a:solidFill>
              </a:rPr>
              <a:t>●  Groq API Key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8732520" y="3130801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A2540"/>
                </a:solidFill>
              </a:rPr>
              <a:t>●  Gmail OAuth2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8732520" y="3523993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0A2540"/>
                </a:solidFill>
              </a:rPr>
              <a:t>●  GitHub Token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8717280" y="390825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540"/>
                </a:solidFill>
              </a:rPr>
              <a:t>Run mode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732520" y="4103606"/>
            <a:ext cx="27127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3E5A78"/>
                </a:solidFill>
              </a:rPr>
              <a:t>Manual Trigger is recommended for the demo. </a:t>
            </a:r>
            <a:br>
              <a:rPr lang="en-US" sz="890" dirty="0">
                <a:solidFill>
                  <a:srgbClr val="3E5A78"/>
                </a:solidFill>
              </a:rPr>
            </a:br>
            <a:r>
              <a:rPr lang="en-US" sz="890" dirty="0">
                <a:solidFill>
                  <a:srgbClr val="3E5A78"/>
                </a:solidFill>
              </a:rPr>
              <a:t>A Schedule Trigger may be added for automatic polling.</a:t>
            </a:r>
            <a:endParaRPr lang="en-US" sz="890" dirty="0"/>
          </a:p>
        </p:txBody>
      </p:sp>
      <p:sp>
        <p:nvSpPr>
          <p:cNvPr id="43" name="Shape 41"/>
          <p:cNvSpPr/>
          <p:nvPr/>
        </p:nvSpPr>
        <p:spPr>
          <a:xfrm>
            <a:off x="502920" y="6245352"/>
            <a:ext cx="11201400" cy="0"/>
          </a:xfrm>
          <a:prstGeom prst="line">
            <a:avLst/>
          </a:prstGeom>
          <a:noFill/>
          <a:ln w="13970">
            <a:solidFill>
              <a:srgbClr val="C3D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Text 42"/>
          <p:cNvSpPr/>
          <p:nvPr/>
        </p:nvSpPr>
        <p:spPr>
          <a:xfrm>
            <a:off x="512064" y="635508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3E5A78"/>
                </a:solidFill>
              </a:rPr>
              <a:t>Exercise 3 submission slide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8778240" y="6355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0A2540"/>
                </a:solidFill>
              </a:rPr>
              <a:t>Maor Mordo • Daniel Grigoriev</a:t>
            </a:r>
            <a:endParaRPr lang="en-US" sz="98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B9C22E09-E3EA-C4DD-70A6-88D289B0D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813" y="1733523"/>
            <a:ext cx="1956842" cy="411863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777BDBD-3113-C740-619D-F7038F53B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1747527"/>
            <a:ext cx="1956843" cy="4104629"/>
          </a:xfrm>
          <a:prstGeom prst="rect">
            <a:avLst/>
          </a:prstGeom>
        </p:spPr>
      </p:pic>
      <p:sp>
        <p:nvSpPr>
          <p:cNvPr id="53" name="Text 14">
            <a:extLst>
              <a:ext uri="{FF2B5EF4-FFF2-40B4-BE49-F238E27FC236}">
                <a16:creationId xmlns:a16="http://schemas.microsoft.com/office/drawing/2014/main" id="{3BF286EC-BD4A-4368-3248-F31E9A18E258}"/>
              </a:ext>
            </a:extLst>
          </p:cNvPr>
          <p:cNvSpPr/>
          <p:nvPr/>
        </p:nvSpPr>
        <p:spPr>
          <a:xfrm>
            <a:off x="4604694" y="1317760"/>
            <a:ext cx="37019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</a:rPr>
              <a:t>Example of the page that is sent</a:t>
            </a:r>
            <a:endParaRPr lang="en-US" sz="20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84530B6-25B8-11FD-F131-2DF474C60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933950"/>
            <a:ext cx="3822192" cy="9456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188</Words>
  <Application>Microsoft Office PowerPoint</Application>
  <PresentationFormat>Widescreen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 Display</vt:lpstr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3 - n8n Travel HTML Automation</dc:title>
  <dc:subject>n8n Exercise 3 - Google Sheets Travel HTML Automation</dc:subject>
  <dc:creator>OpenAI</dc:creator>
  <cp:lastModifiedBy>Maor Mordo</cp:lastModifiedBy>
  <cp:revision>22</cp:revision>
  <dcterms:created xsi:type="dcterms:W3CDTF">2026-06-10T08:12:22Z</dcterms:created>
  <dcterms:modified xsi:type="dcterms:W3CDTF">2026-06-10T08:47:02Z</dcterms:modified>
</cp:coreProperties>
</file>